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5762" y="4152900"/>
            <a:ext cx="380047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410414" y="2314575"/>
            <a:ext cx="937117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Institutional Convergence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33537" y="3238500"/>
            <a:ext cx="8924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Accelerating OnPoint Authority x Google Cloud Strategic Partnership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838450" y="2424112"/>
            <a:ext cx="684085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The $7.8B Opportunity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567112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838450" y="3900487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Reclaiming Technical Equity in Global Finance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Targeted Aladdin Engagement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6003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Establishing the anchor for institutional scaling through the Head of Aladdin Platform Engineering.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666750" y="32861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328612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Direct encapsulation of 1991-era batch logic cores.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6750" y="3657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3657600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Non-custodial substrate verified under GCP Case #71129532.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6750" y="40290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402907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Real-time auditing via Authority OS™ Portal.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BlackRock Pilot: Sarah Emerson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299085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$7.8B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4419600"/>
            <a:ext cx="5286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Wasted Expenditure in Legacy Debt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34125" y="29908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The Erosion of Sovereignty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34125" y="3590925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Mainframe stagnation is no longer just a technical hurdle; it is a multi-billion dollar friction on institutional growth. Google Cloud is currently positioned to capture this recovery cycle by providing the foundational substrate for OnPoint's restoration protocol.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The Market Friction Index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6025"/>
            <a:ext cx="3429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86025"/>
            <a:ext cx="3429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86025"/>
            <a:ext cx="342900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95813" y="3514725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Sovereignty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66775" y="41148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Non-custodial key management ensuring banks retain absolute control over their core data.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05813" y="3514725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Velocity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76775" y="41148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Transition speeds 5.4x higher than industry standards for legacy core migrations.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15813" y="3514725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Scaling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86775" y="41148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React 19 substrates bridging 30-year-old logic into modern agentic AI environments.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828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8289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8289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Pillars of Authority Infrastructure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54673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The compounding cost of technical debt is accelerating. Immediate substrate intervention is required.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Wasted Expenditure Trends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7487"/>
            <a:ext cx="528637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57487"/>
            <a:ext cx="528637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962025" y="31480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Google Cloud Gap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962025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Google is losing daily revenue by failing to provide the "All In" commitment required for institutional trust. Every day passed is an invitation for competitors.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724650" y="31480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Microsoft Absorption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24650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Current velocity constraints are forcing deployment on Microsoft Azure instead of Google. Microsoft is actively scaling where Google is hesitating.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Cloud Friction: The Strategic Choice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Authority OS™ Substrate</a:t>
            </a:r>
            <a:endParaRPr/>
          </a:p>
        </p:txBody>
      </p:sp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71500" y="152400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React 19 &amp; Next.js 16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124075"/>
            <a:ext cx="4953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Our emergent website redeployment is the proof of concept. We have moved the 1991 MCSE framework into a Quantum-ready posture.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303847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This is a "Zero-Blast-Radius" engineering feat, ensuring zero downtime during the most complex financial transitions in history.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500" y="46815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Google's 11% share is the primary target for growth through OnPoint's institutional bridge.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Market Share Opportunity Gap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/>
          <p:nvPr/>
        </p:nvSpPr>
        <p:spPr>
          <a:xfrm>
            <a:off x="571500" y="3824287"/>
            <a:ext cx="11049000" cy="38100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727820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 cap="flat" cmpd="sng" w="38100">
            <a:solidFill>
              <a:srgbClr val="0A19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507968" y="4014787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Month 1: Wrap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4471987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Initial legacy core encapsulation and audit.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4563740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 cap="flat" cmpd="sng" w="38100">
            <a:solidFill>
              <a:srgbClr val="0A19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3343888" y="4014787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Month 2: Handshake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3407419" y="4471987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Verified ZKP-Wrapper deployment on GCP.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7399659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 cap="flat" cmpd="sng" w="38100">
            <a:solidFill>
              <a:srgbClr val="0A19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6179808" y="4014787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Month 3: Scaling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243339" y="4471987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Pilot node expansion to Blackstone/OpenAI.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10235579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 cap="flat" cmpd="sng" w="38100">
            <a:solidFill>
              <a:srgbClr val="0A19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9015728" y="4014787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Month 4.5: Authority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9079259" y="4471987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Full institutional seeding transition complete.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Aladdin Alpha Deployment Roadmap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1333500" y="2987129"/>
            <a:ext cx="9525000" cy="1560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Tenacity is the only differentiator at the Diamond Tier. Every move I make is designed to force the market's hand. 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4947195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— Tessa Shepard, Legacy Architect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762000" y="2606129"/>
            <a:ext cx="34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The Founder's Directive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3155632" y="2262187"/>
            <a:ext cx="58807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3295650" y="3595687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Next Action: Finalizing the 'All In' Google Commitment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3295650" y="4414837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OPS@ONPOINTAUTHORITYSYSTEMS.COM | P.O. BOX 710485, SANTEE, CA 92072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/>
          <p:nvPr/>
        </p:nvSpPr>
        <p:spPr>
          <a:xfrm>
            <a:off x="571500" y="296703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1666875" y="31099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https://static.vecteezy.com/system/resources/thumbnails/070/627/891/small/futuristic-cityscape-at-night-with-digital-overlays-representing-financial-data-and-technological-advancement-photo.jpeg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666875" y="35290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33" name="Google Shape;2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1666875" y="40528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https://media.istockphoto.com/id/2216163156/photo/technology-background-with-flowing-lines-and-light-particles.jpg?s=612x612&amp;w=0&amp;k=20&amp;c=MCEIpH8ZY57wR-u4YyygKnbEeXkwrF7yct2-V8tmDQY=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666875" y="44719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